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[surname]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Trees won four of the six folds; Ridge joined the blend in 2022 and 2023, on that fold's validation rank correlation.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Weights are fractions of NAV, summing to 200% gross and +12.5% net. Short proceeds sit in 3-month T-bills, which is why the benchmark is cash plus 4% and why the cash leg cancels out of the active return.</a:t>
            </a:r>
            <a:endParaRPr lang="en-US" sz="950" dirty="0"/>
          </a:p>
        </p:txBody>
      </p:sp>
      <p:sp>
        <p:nvSpPr>
          <p:cNvPr id="6" name="Text 4"/>
          <p:cNvSpPr txBox="1"/>
          <p:nvPr/>
        </p:nvSpPr>
        <p:spPr>
          <a:xfrm>
            <a:off x="548640" y="385876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OOS R2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Monthly 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Gradient-boosted trees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+0.3956%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+0.1354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Ridge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+0.0278%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OLS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+0.0806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Lasso / Elastic 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negative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376672"/>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the appendix has all three tests.</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5888736"/>
            <a:ext cx="11064240" cy="859536"/>
          </a:xfrm>
          <a:prstGeom prst="roundRect">
            <a:avLst>
              <a:gd name="adj" fmla="val 5319"/>
            </a:avLst>
          </a:prstGeom>
          <a:solidFill>
            <a:srgbClr val="F2F5FC"/>
          </a:solidFill>
          <a:ln w="12700">
            <a:solidFill>
              <a:srgbClr val="F2F5FC"/>
            </a:solidFill>
            <a:prstDash val="solid"/>
          </a:ln>
        </p:spPr>
      </p:sp>
      <p:sp>
        <p:nvSpPr>
          <p:cNvPr id="14" name="Text 9"/>
          <p:cNvSpPr txBox="1"/>
          <p:nvPr/>
        </p:nvSpPr>
        <p:spPr>
          <a:xfrm>
            <a:off x="749808" y="5971032"/>
            <a:ext cx="10661904" cy="731520"/>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monthly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$0.56bn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$45.05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870448"/>
            <a:ext cx="67665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Dollar volume is the trailing 126-day daily average; the monthly row is the month's total, and the two differ by roughly the number of trading days. The short book is more liquid than the long book on both.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has genuine selection skill since 2023: +9.07% over the eligible universe, t +2.7 across 44 months.</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Every arm we tested beats the book on the test period and LOSES to it on the only window the model never saw (-0.66 against -1.05 net of costs), so we report it as untested rather than rejected and did not change the book on evidence our sample cannot resolve.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takes over;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2019-20 (validation build)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+25.03%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+0.85%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+5.42%  (t +1.1)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2021-22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  (t +1.2)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  (t -2.2)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2023-26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  (t +2.7)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+6.40%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+8.03%  (t +2.8)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-5.80%  (t -1.5)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Coverage checked against delistings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Survivorship-linked: see below</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CORPUS IS SURVIVORSHIP-LINKED, and we found it while trying to confirm that our delisted holdings were acquisitions. Of the 59 positions that lose their forward return, only 18 appear in the 8-K data at all - 0 of 11 that vanish in 2021, 0 of 10 in 2022, 0 of 12 in 2023, 0 of 7 in 2024, then 10 of 11 in 2025 and 8 of 8 in 2026. Dunkin' Brands, Fitbit, Varian Medical Systems, Alexion Pharmaceuticals, Maxim Integrated, Luminex and Raven Industries each filed 8-Ks throughout 2015-2020 and have ZERO filings in a dataset that spans 2015-2026. The company list was built from identifiers that still resolve today, so anything acquired before roughly 2025 is simply absent.</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That makes missingness itself a forward-looking variable: a stock-month with no 8-K record is 12.1% likely to vanish within twelve months against 1.2% if covered (t +23.8), and it predicts next-month return at -0.24%/month (t -2.22, Fama-MacBeth). A tree splitting on missingness can therefore see survival information that was not observable at the rebalance date. It is the strongest argument for the exclusion we had already made on other grounds, and it is the most useful thing the text data told us.</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Of the four factor loadings only value is even borderline (t +2.0); market, size and momentum are indistinguishable from zero, and the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2026-09-29T03:33:53Z</dcterms:created>
  <dcterms:modified xsi:type="dcterms:W3CDTF">2026-09-29T03:33:53Z</dcterms:modified>
</cp:coreProperties>
</file>