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[surname]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Chosen over the linear models on validation rank correlation, fold by fold.</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00" dirty="0"/>
          </a:p>
        </p:txBody>
      </p:sp>
      <p:sp>
        <p:nvSpPr>
          <p:cNvPr id="6" name="Text 4"/>
          <p:cNvSpPr txBox="1"/>
          <p:nvPr/>
        </p:nvSpPr>
        <p:spPr>
          <a:xfrm>
            <a:off x="548640" y="367588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OOS R2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Monthly 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Gradient-boosted trees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+0.3956%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+0.1354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Ridge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+0.0278%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OLS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+0.0806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Lasso / Elastic 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negative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321808"/>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three independent tests, one null, one exception, in the appendix.</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5797296"/>
            <a:ext cx="11064240" cy="914400"/>
          </a:xfrm>
          <a:prstGeom prst="roundRect">
            <a:avLst>
              <a:gd name="adj" fmla="val 5000"/>
            </a:avLst>
          </a:prstGeom>
          <a:solidFill>
            <a:srgbClr val="F2F5FC"/>
          </a:solidFill>
          <a:ln w="12700">
            <a:solidFill>
              <a:srgbClr val="F2F5FC"/>
            </a:solidFill>
            <a:prstDash val="solid"/>
          </a:ln>
        </p:spPr>
      </p:sp>
      <p:sp>
        <p:nvSpPr>
          <p:cNvPr id="14" name="Text 9"/>
          <p:cNvSpPr txBox="1"/>
          <p:nvPr/>
        </p:nvSpPr>
        <p:spPr>
          <a:xfrm>
            <a:off x="749808" y="5888736"/>
            <a:ext cx="10661904" cy="768096"/>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 -- 126-day average, not the monthly total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Tested four ways, reported as untested rather than rejected - our sample cannot resolve an effect that size.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takes over;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2026-09-28T21:01:54Z</dcterms:created>
  <dcterms:modified xsi:type="dcterms:W3CDTF">2026-09-28T21:01:54Z</dcterms:modified>
</cp:coreProperties>
</file>